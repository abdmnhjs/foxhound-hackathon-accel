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39149793d64d41" /><Relationship Type="http://schemas.openxmlformats.org/officeDocument/2006/relationships/extended-properties" Target="/docProps/app.xml" Id="R5925408a4f3a49cd" /><Relationship Type="http://schemas.openxmlformats.org/officeDocument/2006/relationships/officeDocument" Target="/ppt/presentation.xml" Id="Re0b716fbbc2940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99f1d06c4e4da0"/>
  </p:sldMasterIdLst>
  <p:notesMasterIdLst>
    <p:notesMasterId xmlns:r="http://schemas.openxmlformats.org/officeDocument/2006/relationships" r:id="R705b754c4b444f07"/>
  </p:notesMasterIdLst>
  <p:sldIdLst>
    <p:sldId xmlns:r="http://schemas.openxmlformats.org/officeDocument/2006/relationships" id="256" r:id="R665dfa1476d44d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1acc5dcd34cd3" /><Relationship Type="http://schemas.openxmlformats.org/officeDocument/2006/relationships/slideMaster" Target="/ppt/slideMasters/slideMaster1.xml" Id="Ra899f1d06c4e4da0" /><Relationship Type="http://schemas.openxmlformats.org/officeDocument/2006/relationships/notesMaster" Target="/ppt/notesMasters/notesMaster1.xml" Id="R705b754c4b444f07" /><Relationship Type="http://schemas.openxmlformats.org/officeDocument/2006/relationships/presProps" Target="/ppt/presProps.xml" Id="Rbcedd58083084c25" /><Relationship Type="http://schemas.openxmlformats.org/officeDocument/2006/relationships/tableStyles" Target="/ppt/tableStyles.xml" Id="Re9e5d27baf2f4e00" /><Relationship Type="http://schemas.openxmlformats.org/officeDocument/2006/relationships/slide" Target="/ppt/slides/slide1.xml" Id="R665dfa1476d44d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781299e2dd42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fc6a538dad4a7a" /><Relationship Type="http://schemas.openxmlformats.org/officeDocument/2006/relationships/notesMaster" Target="/ppt/notesMasters/notesMaster1.xml" Id="R2161f2c0226249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4b1e0750441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fb0b546c447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21e9347c64a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1607274f54a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6b07a43b440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82dc4f0c444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3B2DD5-C420-4633-9A8F-B693364C24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2F69B8-6F63-4567-8509-DCF9DB4737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391F0B-0BFA-477C-BFFD-61B0F579FE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B5D4EF-1463-4C98-9D42-722C0CE23A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354AD8-7E0F-45E4-88C6-40C95AA0F4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A30FAF-12AD-42D7-A916-4FD83060CA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133C1D-7E32-47E6-AEEB-356FCA43F0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FE9D0D-46F1-40B3-A653-6D67F5104E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B8EB9F-11C7-401C-A35E-868D506E3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3F3B55-50A8-48FA-AA77-618B6E5498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f64a771a8b4545" /><Relationship Type="http://schemas.openxmlformats.org/officeDocument/2006/relationships/slideLayout" Target="/ppt/slideLayouts/slideLayout1.xml" Id="R95dd807668834a47" /><Relationship Type="http://schemas.openxmlformats.org/officeDocument/2006/relationships/slideLayout" Target="/ppt/slideLayouts/slideLayout2.xml" Id="R98ec8bc4919c41f0" /><Relationship Type="http://schemas.openxmlformats.org/officeDocument/2006/relationships/slideLayout" Target="/ppt/slideLayouts/slideLayout3.xml" Id="R920d5199d30e4367" /><Relationship Type="http://schemas.openxmlformats.org/officeDocument/2006/relationships/slideLayout" Target="/ppt/slideLayouts/slideLayout4.xml" Id="Rf4c9443c610c4103" /><Relationship Type="http://schemas.openxmlformats.org/officeDocument/2006/relationships/slideLayout" Target="/ppt/slideLayouts/slideLayout5.xml" Id="R63d7af729cc94e3a" /><Relationship Type="http://schemas.openxmlformats.org/officeDocument/2006/relationships/slideLayout" Target="/ppt/slideLayouts/slideLayout6.xml" Id="R80002f20fea2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dd807668834a47"/>
    <p:sldLayoutId xmlns:r="http://schemas.openxmlformats.org/officeDocument/2006/relationships" id="2147483650" r:id="R98ec8bc4919c41f0"/>
    <p:sldLayoutId xmlns:r="http://schemas.openxmlformats.org/officeDocument/2006/relationships" id="2147483651" r:id="R920d5199d30e4367"/>
    <p:sldLayoutId xmlns:r="http://schemas.openxmlformats.org/officeDocument/2006/relationships" id="2147483652" r:id="Rf4c9443c610c4103"/>
    <p:sldLayoutId xmlns:r="http://schemas.openxmlformats.org/officeDocument/2006/relationships" id="2147483653" r:id="R63d7af729cc94e3a"/>
    <p:sldLayoutId xmlns:r="http://schemas.openxmlformats.org/officeDocument/2006/relationships" id="2147483654" r:id="R80002f20fea2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90982c4154934" /><Relationship Type="http://schemas.openxmlformats.org/officeDocument/2006/relationships/notesSlide" Target="/ppt/notesSlides/notesSlide1.xml" Id="Re951a9391f5041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brand">
            <a:extLst xmlns:a="http://schemas.openxmlformats.org/drawingml/2006/main">
              <a:ext uri="{FF2B5EF4-FFF2-40B4-BE49-F238E27FC236}">
                <a16:creationId xmlns:a16="http://schemas.microsoft.com/office/drawing/2014/main" id="{6CB4BB5D-1157-411A-9BD0-9B4AA3B0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FOXHOUND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9CEEF0-8723-47C9-BECC-D0AF696C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F8FAFC"/>
                </a:solidFill>
              </a:defRPr>
            </a:defPPr>
            <a:lvl1pPr algn="l">
              <a:defRPr sz="2850" b="1">
                <a:solidFill>
                  <a:srgbClr val="F8FAFC"/>
                </a:solidFill>
              </a:defRPr>
            </a:lvl1pPr>
            <a:lvl2pPr algn="l">
              <a:defRPr sz="2850" b="1">
                <a:solidFill>
                  <a:srgbClr val="F8FAFC"/>
                </a:solidFill>
              </a:defRPr>
            </a:lvl2pPr>
            <a:lvl3pPr algn="l">
              <a:defRPr sz="2850" b="1">
                <a:solidFill>
                  <a:srgbClr val="F8FAFC"/>
                </a:solidFill>
              </a:defRPr>
            </a:lvl3pPr>
            <a:lvl4pPr algn="l">
              <a:defRPr sz="2850" b="1">
                <a:solidFill>
                  <a:srgbClr val="F8FAFC"/>
                </a:solidFill>
              </a:defRPr>
            </a:lvl4pPr>
            <a:lvl5pPr algn="l">
              <a:defRPr sz="2850" b="1">
                <a:solidFill>
                  <a:srgbClr val="F8FAFC"/>
                </a:solidFill>
              </a:defRPr>
            </a:lvl5pPr>
            <a:lvl6pPr algn="l">
              <a:defRPr sz="2850" b="1">
                <a:solidFill>
                  <a:srgbClr val="F8FAFC"/>
                </a:solidFill>
              </a:defRPr>
            </a:lvl6pPr>
            <a:lvl7pPr algn="l">
              <a:defRPr sz="2850" b="1">
                <a:solidFill>
                  <a:srgbClr val="F8FAFC"/>
                </a:solidFill>
              </a:defRPr>
            </a:lvl7pPr>
            <a:lvl8pPr algn="l">
              <a:defRPr sz="2850" b="1">
                <a:solidFill>
                  <a:srgbClr val="F8FAFC"/>
                </a:solidFill>
              </a:defRPr>
            </a:lvl8pPr>
            <a:lvl9pPr algn="l">
              <a:defRPr sz="28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Customer feedback, prioritized for founders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5A1A019-0968-4BC4-990C-721B1458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A8B3C7"/>
                </a:solidFill>
              </a:defRPr>
            </a:defPPr>
            <a:lvl1pPr algn="l">
              <a:defRPr sz="1500" b="0">
                <a:solidFill>
                  <a:srgbClr val="A8B3C7"/>
                </a:solidFill>
              </a:defRPr>
            </a:lvl1pPr>
            <a:lvl2pPr algn="l">
              <a:defRPr sz="1500" b="0">
                <a:solidFill>
                  <a:srgbClr val="A8B3C7"/>
                </a:solidFill>
              </a:defRPr>
            </a:lvl2pPr>
            <a:lvl3pPr algn="l">
              <a:defRPr sz="1500" b="0">
                <a:solidFill>
                  <a:srgbClr val="A8B3C7"/>
                </a:solidFill>
              </a:defRPr>
            </a:lvl3pPr>
            <a:lvl4pPr algn="l">
              <a:defRPr sz="1500" b="0">
                <a:solidFill>
                  <a:srgbClr val="A8B3C7"/>
                </a:solidFill>
              </a:defRPr>
            </a:lvl4pPr>
            <a:lvl5pPr algn="l">
              <a:defRPr sz="1500" b="0">
                <a:solidFill>
                  <a:srgbClr val="A8B3C7"/>
                </a:solidFill>
              </a:defRPr>
            </a:lvl5pPr>
            <a:lvl6pPr algn="l">
              <a:defRPr sz="1500" b="0">
                <a:solidFill>
                  <a:srgbClr val="A8B3C7"/>
                </a:solidFill>
              </a:defRPr>
            </a:lvl6pPr>
            <a:lvl7pPr algn="l">
              <a:defRPr sz="1500" b="0">
                <a:solidFill>
                  <a:srgbClr val="A8B3C7"/>
                </a:solidFill>
              </a:defRPr>
            </a:lvl7pPr>
            <a:lvl8pPr algn="l">
              <a:defRPr sz="1500" b="0">
                <a:solidFill>
                  <a:srgbClr val="A8B3C7"/>
                </a:solidFill>
              </a:defRPr>
            </a:lvl8pPr>
            <a:lvl9pPr algn="l">
              <a:defRPr sz="1500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3C7"/>
                </a:solidFill>
              </a:defRPr>
            </a:pPr>
            <a:r>
              <a:rPr sz="1500" b="0">
                <a:solidFill>
                  <a:srgbClr val="A8B3C7"/>
                </a:solidFill>
              </a:rPr>
              <a:t>From raw comments to clear product decisions</a:t>
            </a:r>
          </a:p>
        </p:txBody>
      </p:sp>
      <p:sp>
        <p:nvSpPr>
          <p:cNvPr id="4" name="pitch-tag">
            <a:extLst xmlns:a="http://schemas.openxmlformats.org/drawingml/2006/main">
              <a:ext uri="{FF2B5EF4-FFF2-40B4-BE49-F238E27FC236}">
                <a16:creationId xmlns:a16="http://schemas.microsoft.com/office/drawing/2014/main" id="{61120472-2134-43AA-9726-59B43675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7200"/>
            <a:ext cx="1638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923C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5" name="pitch-tag-text">
            <a:extLst xmlns:a="http://schemas.openxmlformats.org/drawingml/2006/main">
              <a:ext uri="{FF2B5EF4-FFF2-40B4-BE49-F238E27FC236}">
                <a16:creationId xmlns:a16="http://schemas.microsoft.com/office/drawing/2014/main" id="{2221CFE3-C358-4729-A56D-B02C7E4A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29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09111F"/>
                </a:solidFill>
              </a:defRPr>
            </a:defPPr>
            <a:lvl1pPr algn="ctr">
              <a:defRPr sz="900" b="1">
                <a:solidFill>
                  <a:srgbClr val="09111F"/>
                </a:solidFill>
              </a:defRPr>
            </a:lvl1pPr>
            <a:lvl2pPr algn="ctr">
              <a:defRPr sz="900" b="1">
                <a:solidFill>
                  <a:srgbClr val="09111F"/>
                </a:solidFill>
              </a:defRPr>
            </a:lvl2pPr>
            <a:lvl3pPr algn="ctr">
              <a:defRPr sz="900" b="1">
                <a:solidFill>
                  <a:srgbClr val="09111F"/>
                </a:solidFill>
              </a:defRPr>
            </a:lvl3pPr>
            <a:lvl4pPr algn="ctr">
              <a:defRPr sz="900" b="1">
                <a:solidFill>
                  <a:srgbClr val="09111F"/>
                </a:solidFill>
              </a:defRPr>
            </a:lvl4pPr>
            <a:lvl5pPr algn="ctr">
              <a:defRPr sz="900" b="1">
                <a:solidFill>
                  <a:srgbClr val="09111F"/>
                </a:solidFill>
              </a:defRPr>
            </a:lvl5pPr>
            <a:lvl6pPr algn="ctr">
              <a:defRPr sz="900" b="1">
                <a:solidFill>
                  <a:srgbClr val="09111F"/>
                </a:solidFill>
              </a:defRPr>
            </a:lvl6pPr>
            <a:lvl7pPr algn="ctr">
              <a:defRPr sz="900" b="1">
                <a:solidFill>
                  <a:srgbClr val="09111F"/>
                </a:solidFill>
              </a:defRPr>
            </a:lvl7pPr>
            <a:lvl8pPr algn="ctr">
              <a:defRPr sz="900" b="1">
                <a:solidFill>
                  <a:srgbClr val="09111F"/>
                </a:solidFill>
              </a:defRPr>
            </a:lvl8pPr>
            <a:lvl9pPr algn="ctr">
              <a:defRPr sz="900" b="1">
                <a:solidFill>
                  <a:srgbClr val="09111F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09111F"/>
                </a:solidFill>
              </a:defRPr>
            </a:pPr>
            <a:r>
              <a:rPr sz="900" b="1">
                <a:solidFill>
                  <a:srgbClr val="09111F"/>
                </a:solidFill>
              </a:rPr>
              <a:t>ONE-SLIDE PITCH</a:t>
            </a:r>
          </a:p>
        </p:txBody>
      </p:sp>
      <p:sp>
        <p:nvSpPr>
          <p:cNvPr id="6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771CDFCF-E254-4CD6-BA2E-254ABA3A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FB923C"/>
                </a:solidFill>
              </a:defRPr>
            </a:defPPr>
            <a:lvl1pPr algn="l">
              <a:defRPr sz="1125" b="1">
                <a:solidFill>
                  <a:srgbClr val="FB923C"/>
                </a:solidFill>
              </a:defRPr>
            </a:lvl1pPr>
            <a:lvl2pPr algn="l">
              <a:defRPr sz="1125" b="1">
                <a:solidFill>
                  <a:srgbClr val="FB923C"/>
                </a:solidFill>
              </a:defRPr>
            </a:lvl2pPr>
            <a:lvl3pPr algn="l">
              <a:defRPr sz="1125" b="1">
                <a:solidFill>
                  <a:srgbClr val="FB923C"/>
                </a:solidFill>
              </a:defRPr>
            </a:lvl3pPr>
            <a:lvl4pPr algn="l">
              <a:defRPr sz="1125" b="1">
                <a:solidFill>
                  <a:srgbClr val="FB923C"/>
                </a:solidFill>
              </a:defRPr>
            </a:lvl4pPr>
            <a:lvl5pPr algn="l">
              <a:defRPr sz="1125" b="1">
                <a:solidFill>
                  <a:srgbClr val="FB923C"/>
                </a:solidFill>
              </a:defRPr>
            </a:lvl5pPr>
            <a:lvl6pPr algn="l">
              <a:defRPr sz="1125" b="1">
                <a:solidFill>
                  <a:srgbClr val="FB923C"/>
                </a:solidFill>
              </a:defRPr>
            </a:lvl6pPr>
            <a:lvl7pPr algn="l">
              <a:defRPr sz="1125" b="1">
                <a:solidFill>
                  <a:srgbClr val="FB923C"/>
                </a:solidFill>
              </a:defRPr>
            </a:lvl7pPr>
            <a:lvl8pPr algn="l">
              <a:defRPr sz="1125" b="1">
                <a:solidFill>
                  <a:srgbClr val="FB923C"/>
                </a:solidFill>
              </a:defRPr>
            </a:lvl8pPr>
            <a:lvl9pPr algn="l">
              <a:defRPr sz="1125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B923C"/>
                </a:solidFill>
              </a:defRPr>
            </a:pPr>
            <a:r>
              <a:rPr sz="1125" b="1">
                <a:solidFill>
                  <a:srgbClr val="FB923C"/>
                </a:solidFill>
              </a:rPr>
              <a:t>BEFORE</a:t>
            </a:r>
          </a:p>
        </p:txBody>
      </p:sp>
      <p:sp>
        <p:nvSpPr>
          <p:cNvPr id="7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F0CEC744-2499-4EA7-B388-EBF1A35E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8FAFC"/>
                </a:solidFill>
              </a:defRPr>
            </a:defPPr>
            <a:lvl1pPr algn="l">
              <a:defRPr sz="1875" b="1">
                <a:solidFill>
                  <a:srgbClr val="F8FAFC"/>
                </a:solidFill>
              </a:defRPr>
            </a:lvl1pPr>
            <a:lvl2pPr algn="l">
              <a:defRPr sz="1875" b="1">
                <a:solidFill>
                  <a:srgbClr val="F8FAFC"/>
                </a:solidFill>
              </a:defRPr>
            </a:lvl2pPr>
            <a:lvl3pPr algn="l">
              <a:defRPr sz="1875" b="1">
                <a:solidFill>
                  <a:srgbClr val="F8FAFC"/>
                </a:solidFill>
              </a:defRPr>
            </a:lvl3pPr>
            <a:lvl4pPr algn="l">
              <a:defRPr sz="1875" b="1">
                <a:solidFill>
                  <a:srgbClr val="F8FAFC"/>
                </a:solidFill>
              </a:defRPr>
            </a:lvl4pPr>
            <a:lvl5pPr algn="l">
              <a:defRPr sz="1875" b="1">
                <a:solidFill>
                  <a:srgbClr val="F8FAFC"/>
                </a:solidFill>
              </a:defRPr>
            </a:lvl5pPr>
            <a:lvl6pPr algn="l">
              <a:defRPr sz="1875" b="1">
                <a:solidFill>
                  <a:srgbClr val="F8FAFC"/>
                </a:solidFill>
              </a:defRPr>
            </a:lvl6pPr>
            <a:lvl7pPr algn="l">
              <a:defRPr sz="1875" b="1">
                <a:solidFill>
                  <a:srgbClr val="F8FAFC"/>
                </a:solidFill>
              </a:defRPr>
            </a:lvl7pPr>
            <a:lvl8pPr algn="l">
              <a:defRPr sz="1875" b="1">
                <a:solidFill>
                  <a:srgbClr val="F8FAFC"/>
                </a:solidFill>
              </a:defRPr>
            </a:lvl8pPr>
            <a:lvl9pPr algn="l">
              <a:defRPr sz="187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8FAFC"/>
                </a:solidFill>
              </a:defRPr>
            </a:pPr>
            <a:r>
              <a:rPr sz="1875" b="1">
                <a:solidFill>
                  <a:srgbClr val="F8FAFC"/>
                </a:solidFill>
              </a:rPr>
              <a:t>A chronological inbox</a:t>
            </a:r>
          </a:p>
        </p:txBody>
      </p:sp>
      <p:sp>
        <p:nvSpPr>
          <p:cNvPr id="8" name="raw-feedback">
            <a:extLst xmlns:a="http://schemas.openxmlformats.org/drawingml/2006/main">
              <a:ext uri="{FF2B5EF4-FFF2-40B4-BE49-F238E27FC236}">
                <a16:creationId xmlns:a16="http://schemas.microsoft.com/office/drawing/2014/main" id="{5B1C9205-3FB0-445E-9E00-3772A720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CBD5E1"/>
                </a:solidFill>
              </a:defRPr>
            </a:defPPr>
            <a:lvl1pPr algn="l">
              <a:defRPr sz="1425" b="0">
                <a:solidFill>
                  <a:srgbClr val="CBD5E1"/>
                </a:solidFill>
              </a:defRPr>
            </a:lvl1pPr>
            <a:lvl2pPr algn="l">
              <a:defRPr sz="1425" b="0">
                <a:solidFill>
                  <a:srgbClr val="CBD5E1"/>
                </a:solidFill>
              </a:defRPr>
            </a:lvl2pPr>
            <a:lvl3pPr algn="l">
              <a:defRPr sz="1425" b="0">
                <a:solidFill>
                  <a:srgbClr val="CBD5E1"/>
                </a:solidFill>
              </a:defRPr>
            </a:lvl3pPr>
            <a:lvl4pPr algn="l">
              <a:defRPr sz="1425" b="0">
                <a:solidFill>
                  <a:srgbClr val="CBD5E1"/>
                </a:solidFill>
              </a:defRPr>
            </a:lvl4pPr>
            <a:lvl5pPr algn="l">
              <a:defRPr sz="1425" b="0">
                <a:solidFill>
                  <a:srgbClr val="CBD5E1"/>
                </a:solidFill>
              </a:defRPr>
            </a:lvl5pPr>
            <a:lvl6pPr algn="l">
              <a:defRPr sz="1425" b="0">
                <a:solidFill>
                  <a:srgbClr val="CBD5E1"/>
                </a:solidFill>
              </a:defRPr>
            </a:lvl6pPr>
            <a:lvl7pPr algn="l">
              <a:defRPr sz="1425" b="0">
                <a:solidFill>
                  <a:srgbClr val="CBD5E1"/>
                </a:solidFill>
              </a:defRPr>
            </a:lvl7pPr>
            <a:lvl8pPr algn="l">
              <a:defRPr sz="1425" b="0">
                <a:solidFill>
                  <a:srgbClr val="CBD5E1"/>
                </a:solidFill>
              </a:defRPr>
            </a:lvl8pPr>
            <a:lvl9pPr algn="l">
              <a:defRPr sz="1425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“The dashboard is slow.”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“Can I export to CSV?”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CBD5E1"/>
                </a:solidFill>
              </a:defRPr>
            </a:pPr>
            <a:r>
              <a:rPr sz="1425" b="0">
                <a:solidFill>
                  <a:srgbClr val="CBD5E1"/>
                </a:solidFill>
              </a:rPr>
              <a:t>“Please add dark mode.”</a:t>
            </a:r>
          </a:p>
        </p:txBody>
      </p:sp>
      <p:sp>
        <p:nvSpPr>
          <p:cNvPr id="9" name="baseline">
            <a:extLst xmlns:a="http://schemas.openxmlformats.org/drawingml/2006/main">
              <a:ext uri="{FF2B5EF4-FFF2-40B4-BE49-F238E27FC236}">
                <a16:creationId xmlns:a16="http://schemas.microsoft.com/office/drawing/2014/main" id="{CE300F79-FC61-4174-B7B1-6075024E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8391A8"/>
                </a:solidFill>
              </a:defRPr>
            </a:defPPr>
            <a:lvl1pPr algn="l">
              <a:defRPr sz="1275" b="0">
                <a:solidFill>
                  <a:srgbClr val="8391A8"/>
                </a:solidFill>
              </a:defRPr>
            </a:lvl1pPr>
            <a:lvl2pPr algn="l">
              <a:defRPr sz="1275" b="0">
                <a:solidFill>
                  <a:srgbClr val="8391A8"/>
                </a:solidFill>
              </a:defRPr>
            </a:lvl2pPr>
            <a:lvl3pPr algn="l">
              <a:defRPr sz="1275" b="0">
                <a:solidFill>
                  <a:srgbClr val="8391A8"/>
                </a:solidFill>
              </a:defRPr>
            </a:lvl3pPr>
            <a:lvl4pPr algn="l">
              <a:defRPr sz="1275" b="0">
                <a:solidFill>
                  <a:srgbClr val="8391A8"/>
                </a:solidFill>
              </a:defRPr>
            </a:lvl4pPr>
            <a:lvl5pPr algn="l">
              <a:defRPr sz="1275" b="0">
                <a:solidFill>
                  <a:srgbClr val="8391A8"/>
                </a:solidFill>
              </a:defRPr>
            </a:lvl5pPr>
            <a:lvl6pPr algn="l">
              <a:defRPr sz="1275" b="0">
                <a:solidFill>
                  <a:srgbClr val="8391A8"/>
                </a:solidFill>
              </a:defRPr>
            </a:lvl6pPr>
            <a:lvl7pPr algn="l">
              <a:defRPr sz="1275" b="0">
                <a:solidFill>
                  <a:srgbClr val="8391A8"/>
                </a:solidFill>
              </a:defRPr>
            </a:lvl7pPr>
            <a:lvl8pPr algn="l">
              <a:defRPr sz="1275" b="0">
                <a:solidFill>
                  <a:srgbClr val="8391A8"/>
                </a:solidFill>
              </a:defRPr>
            </a:lvl8pPr>
            <a:lvl9pPr algn="l">
              <a:defRPr sz="1275" b="0">
                <a:solidFill>
                  <a:srgbClr val="8391A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8391A8"/>
                </a:solidFill>
              </a:defRPr>
            </a:pPr>
            <a:r>
              <a:rPr sz="1275" b="0">
                <a:solidFill>
                  <a:srgbClr val="8391A8"/>
                </a:solidFill>
              </a:rPr>
              <a:t>Every comment requires manual review. Related signals remain separated.</a:t>
            </a:r>
          </a:p>
        </p:txBody>
      </p:sp>
      <p:sp>
        <p:nvSpPr>
          <p:cNvPr id="10" name="data-layer">
            <a:extLst xmlns:a="http://schemas.openxmlformats.org/drawingml/2006/main">
              <a:ext uri="{FF2B5EF4-FFF2-40B4-BE49-F238E27FC236}">
                <a16:creationId xmlns:a16="http://schemas.microsoft.com/office/drawing/2014/main" id="{458E39D4-571D-4433-A520-A0E57688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66900"/>
            <a:ext cx="44386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01C30"/>
          </a:solidFill>
          <a:ln xmlns:a="http://schemas.openxmlformats.org/drawingml/2006/main" w="9525">
            <a:solidFill>
              <a:srgbClr val="263853"/>
            </a:solidFill>
            <a:prstDash val="solid"/>
          </a:ln>
        </p:spPr>
      </p:sp>
      <p:sp>
        <p:nvSpPr>
          <p:cNvPr id="11" name="data-label">
            <a:extLst xmlns:a="http://schemas.openxmlformats.org/drawingml/2006/main">
              <a:ext uri="{FF2B5EF4-FFF2-40B4-BE49-F238E27FC236}">
                <a16:creationId xmlns:a16="http://schemas.microsoft.com/office/drawing/2014/main" id="{8654A15F-ACE6-44C8-A032-487A6F97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THE DATA LAYER IN ACTION</a:t>
            </a:r>
          </a:p>
        </p:txBody>
      </p:sp>
      <p:sp>
        <p:nvSpPr>
          <p:cNvPr id="12" name="data-title">
            <a:extLst xmlns:a="http://schemas.openxmlformats.org/drawingml/2006/main">
              <a:ext uri="{FF2B5EF4-FFF2-40B4-BE49-F238E27FC236}">
                <a16:creationId xmlns:a16="http://schemas.microsoft.com/office/drawing/2014/main" id="{E306DF9B-2970-48AD-86D2-B92F402C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98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F8FAFC"/>
                </a:solidFill>
              </a:defRPr>
            </a:defPPr>
            <a:lvl1pPr algn="l">
              <a:defRPr sz="2025" b="1">
                <a:solidFill>
                  <a:srgbClr val="F8FAFC"/>
                </a:solidFill>
              </a:defRPr>
            </a:lvl1pPr>
            <a:lvl2pPr algn="l">
              <a:defRPr sz="2025" b="1">
                <a:solidFill>
                  <a:srgbClr val="F8FAFC"/>
                </a:solidFill>
              </a:defRPr>
            </a:lvl2pPr>
            <a:lvl3pPr algn="l">
              <a:defRPr sz="2025" b="1">
                <a:solidFill>
                  <a:srgbClr val="F8FAFC"/>
                </a:solidFill>
              </a:defRPr>
            </a:lvl3pPr>
            <a:lvl4pPr algn="l">
              <a:defRPr sz="2025" b="1">
                <a:solidFill>
                  <a:srgbClr val="F8FAFC"/>
                </a:solidFill>
              </a:defRPr>
            </a:lvl4pPr>
            <a:lvl5pPr algn="l">
              <a:defRPr sz="2025" b="1">
                <a:solidFill>
                  <a:srgbClr val="F8FAFC"/>
                </a:solidFill>
              </a:defRPr>
            </a:lvl5pPr>
            <a:lvl6pPr algn="l">
              <a:defRPr sz="2025" b="1">
                <a:solidFill>
                  <a:srgbClr val="F8FAFC"/>
                </a:solidFill>
              </a:defRPr>
            </a:lvl6pPr>
            <a:lvl7pPr algn="l">
              <a:defRPr sz="2025" b="1">
                <a:solidFill>
                  <a:srgbClr val="F8FAFC"/>
                </a:solidFill>
              </a:defRPr>
            </a:lvl7pPr>
            <a:lvl8pPr algn="l">
              <a:defRPr sz="2025" b="1">
                <a:solidFill>
                  <a:srgbClr val="F8FAFC"/>
                </a:solidFill>
              </a:defRPr>
            </a:lvl8pPr>
            <a:lvl9pPr algn="l">
              <a:defRPr sz="202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The same batch becomes structured evidence</a:t>
            </a:r>
          </a:p>
        </p:txBody>
      </p:sp>
      <p:sp>
        <p:nvSpPr>
          <p:cNvPr id="13" name="step-01">
            <a:extLst xmlns:a="http://schemas.openxmlformats.org/drawingml/2006/main">
              <a:ext uri="{FF2B5EF4-FFF2-40B4-BE49-F238E27FC236}">
                <a16:creationId xmlns:a16="http://schemas.microsoft.com/office/drawing/2014/main" id="{5A4AEFAD-408E-4EAD-8A15-B916750F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81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01</a:t>
            </a:r>
          </a:p>
        </p:txBody>
      </p:sp>
      <p:sp>
        <p:nvSpPr>
          <p:cNvPr id="14" name="step-label-01">
            <a:extLst xmlns:a="http://schemas.openxmlformats.org/drawingml/2006/main">
              <a:ext uri="{FF2B5EF4-FFF2-40B4-BE49-F238E27FC236}">
                <a16:creationId xmlns:a16="http://schemas.microsoft.com/office/drawing/2014/main" id="{213DAE8C-2406-43AF-973D-0140EBAB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</a:defRPr>
            </a:defPPr>
            <a:lvl1pPr algn="l">
              <a:defRPr sz="1350" b="1">
                <a:solidFill>
                  <a:srgbClr val="F8FAFC"/>
                </a:solidFill>
              </a:defRPr>
            </a:lvl1pPr>
            <a:lvl2pPr algn="l">
              <a:defRPr sz="1350" b="1">
                <a:solidFill>
                  <a:srgbClr val="F8FAFC"/>
                </a:solidFill>
              </a:defRPr>
            </a:lvl2pPr>
            <a:lvl3pPr algn="l">
              <a:defRPr sz="1350" b="1">
                <a:solidFill>
                  <a:srgbClr val="F8FAFC"/>
                </a:solidFill>
              </a:defRPr>
            </a:lvl3pPr>
            <a:lvl4pPr algn="l">
              <a:defRPr sz="1350" b="1">
                <a:solidFill>
                  <a:srgbClr val="F8FAFC"/>
                </a:solidFill>
              </a:defRPr>
            </a:lvl4pPr>
            <a:lvl5pPr algn="l">
              <a:defRPr sz="1350" b="1">
                <a:solidFill>
                  <a:srgbClr val="F8FAFC"/>
                </a:solidFill>
              </a:defRPr>
            </a:lvl5pPr>
            <a:lvl6pPr algn="l">
              <a:defRPr sz="1350" b="1">
                <a:solidFill>
                  <a:srgbClr val="F8FAFC"/>
                </a:solidFill>
              </a:defRPr>
            </a:lvl6pPr>
            <a:lvl7pPr algn="l">
              <a:defRPr sz="1350" b="1">
                <a:solidFill>
                  <a:srgbClr val="F8FAFC"/>
                </a:solidFill>
              </a:defRPr>
            </a:lvl7pPr>
            <a:lvl8pPr algn="l">
              <a:defRPr sz="1350" b="1">
                <a:solidFill>
                  <a:srgbClr val="F8FAFC"/>
                </a:solidFill>
              </a:defRPr>
            </a:lvl8pPr>
            <a:lvl9pPr algn="l">
              <a:defRPr sz="13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PostgreSQL</a:t>
            </a:r>
          </a:p>
        </p:txBody>
      </p:sp>
      <p:sp>
        <p:nvSpPr>
          <p:cNvPr id="15" name="step-detail-01">
            <a:extLst xmlns:a="http://schemas.openxmlformats.org/drawingml/2006/main">
              <a:ext uri="{FF2B5EF4-FFF2-40B4-BE49-F238E27FC236}">
                <a16:creationId xmlns:a16="http://schemas.microsoft.com/office/drawing/2014/main" id="{37CE9F64-CB38-409C-AA9B-EF39E760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813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A8B3C7"/>
                </a:solidFill>
              </a:defRPr>
            </a:defPPr>
            <a:lvl1pPr algn="l">
              <a:defRPr sz="1125" b="0">
                <a:solidFill>
                  <a:srgbClr val="A8B3C7"/>
                </a:solidFill>
              </a:defRPr>
            </a:lvl1pPr>
            <a:lvl2pPr algn="l">
              <a:defRPr sz="1125" b="0">
                <a:solidFill>
                  <a:srgbClr val="A8B3C7"/>
                </a:solidFill>
              </a:defRPr>
            </a:lvl2pPr>
            <a:lvl3pPr algn="l">
              <a:defRPr sz="1125" b="0">
                <a:solidFill>
                  <a:srgbClr val="A8B3C7"/>
                </a:solidFill>
              </a:defRPr>
            </a:lvl3pPr>
            <a:lvl4pPr algn="l">
              <a:defRPr sz="1125" b="0">
                <a:solidFill>
                  <a:srgbClr val="A8B3C7"/>
                </a:solidFill>
              </a:defRPr>
            </a:lvl4pPr>
            <a:lvl5pPr algn="l">
              <a:defRPr sz="1125" b="0">
                <a:solidFill>
                  <a:srgbClr val="A8B3C7"/>
                </a:solidFill>
              </a:defRPr>
            </a:lvl5pPr>
            <a:lvl6pPr algn="l">
              <a:defRPr sz="1125" b="0">
                <a:solidFill>
                  <a:srgbClr val="A8B3C7"/>
                </a:solidFill>
              </a:defRPr>
            </a:lvl6pPr>
            <a:lvl7pPr algn="l">
              <a:defRPr sz="1125" b="0">
                <a:solidFill>
                  <a:srgbClr val="A8B3C7"/>
                </a:solidFill>
              </a:defRPr>
            </a:lvl7pPr>
            <a:lvl8pPr algn="l">
              <a:defRPr sz="1125" b="0">
                <a:solidFill>
                  <a:srgbClr val="A8B3C7"/>
                </a:solidFill>
              </a:defRPr>
            </a:lvl8pPr>
            <a:lvl9pPr algn="l">
              <a:defRPr sz="1125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</a:rPr>
              <a:t>Raw feedback stays stored</a:t>
            </a:r>
          </a:p>
        </p:txBody>
      </p:sp>
      <p:sp>
        <p:nvSpPr>
          <p:cNvPr id="16" name="step-02">
            <a:extLst xmlns:a="http://schemas.openxmlformats.org/drawingml/2006/main">
              <a:ext uri="{FF2B5EF4-FFF2-40B4-BE49-F238E27FC236}">
                <a16:creationId xmlns:a16="http://schemas.microsoft.com/office/drawing/2014/main" id="{DD6B1750-A741-4C4F-9EDA-58A3CA55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19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02</a:t>
            </a:r>
          </a:p>
        </p:txBody>
      </p:sp>
      <p:sp>
        <p:nvSpPr>
          <p:cNvPr id="17" name="step-label-02">
            <a:extLst xmlns:a="http://schemas.openxmlformats.org/drawingml/2006/main">
              <a:ext uri="{FF2B5EF4-FFF2-40B4-BE49-F238E27FC236}">
                <a16:creationId xmlns:a16="http://schemas.microsoft.com/office/drawing/2014/main" id="{7100E7FE-5B3E-46B5-842D-EA5098CF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0045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</a:defRPr>
            </a:defPPr>
            <a:lvl1pPr algn="l">
              <a:defRPr sz="1350" b="1">
                <a:solidFill>
                  <a:srgbClr val="F8FAFC"/>
                </a:solidFill>
              </a:defRPr>
            </a:lvl1pPr>
            <a:lvl2pPr algn="l">
              <a:defRPr sz="1350" b="1">
                <a:solidFill>
                  <a:srgbClr val="F8FAFC"/>
                </a:solidFill>
              </a:defRPr>
            </a:lvl2pPr>
            <a:lvl3pPr algn="l">
              <a:defRPr sz="1350" b="1">
                <a:solidFill>
                  <a:srgbClr val="F8FAFC"/>
                </a:solidFill>
              </a:defRPr>
            </a:lvl3pPr>
            <a:lvl4pPr algn="l">
              <a:defRPr sz="1350" b="1">
                <a:solidFill>
                  <a:srgbClr val="F8FAFC"/>
                </a:solidFill>
              </a:defRPr>
            </a:lvl4pPr>
            <a:lvl5pPr algn="l">
              <a:defRPr sz="1350" b="1">
                <a:solidFill>
                  <a:srgbClr val="F8FAFC"/>
                </a:solidFill>
              </a:defRPr>
            </a:lvl5pPr>
            <a:lvl6pPr algn="l">
              <a:defRPr sz="1350" b="1">
                <a:solidFill>
                  <a:srgbClr val="F8FAFC"/>
                </a:solidFill>
              </a:defRPr>
            </a:lvl6pPr>
            <a:lvl7pPr algn="l">
              <a:defRPr sz="1350" b="1">
                <a:solidFill>
                  <a:srgbClr val="F8FAFC"/>
                </a:solidFill>
              </a:defRPr>
            </a:lvl7pPr>
            <a:lvl8pPr algn="l">
              <a:defRPr sz="1350" b="1">
                <a:solidFill>
                  <a:srgbClr val="F8FAFC"/>
                </a:solidFill>
              </a:defRPr>
            </a:lvl8pPr>
            <a:lvl9pPr algn="l">
              <a:defRPr sz="13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Data</a:t>
            </a:r>
          </a:p>
        </p:txBody>
      </p:sp>
      <p:sp>
        <p:nvSpPr>
          <p:cNvPr id="18" name="step-detail-02">
            <a:extLst xmlns:a="http://schemas.openxmlformats.org/drawingml/2006/main">
              <a:ext uri="{FF2B5EF4-FFF2-40B4-BE49-F238E27FC236}">
                <a16:creationId xmlns:a16="http://schemas.microsoft.com/office/drawing/2014/main" id="{38673AE9-0396-41CC-A704-B9D465B1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1950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A8B3C7"/>
                </a:solidFill>
              </a:defRPr>
            </a:defPPr>
            <a:lvl1pPr algn="l">
              <a:defRPr sz="1125" b="0">
                <a:solidFill>
                  <a:srgbClr val="A8B3C7"/>
                </a:solidFill>
              </a:defRPr>
            </a:lvl1pPr>
            <a:lvl2pPr algn="l">
              <a:defRPr sz="1125" b="0">
                <a:solidFill>
                  <a:srgbClr val="A8B3C7"/>
                </a:solidFill>
              </a:defRPr>
            </a:lvl2pPr>
            <a:lvl3pPr algn="l">
              <a:defRPr sz="1125" b="0">
                <a:solidFill>
                  <a:srgbClr val="A8B3C7"/>
                </a:solidFill>
              </a:defRPr>
            </a:lvl3pPr>
            <a:lvl4pPr algn="l">
              <a:defRPr sz="1125" b="0">
                <a:solidFill>
                  <a:srgbClr val="A8B3C7"/>
                </a:solidFill>
              </a:defRPr>
            </a:lvl4pPr>
            <a:lvl5pPr algn="l">
              <a:defRPr sz="1125" b="0">
                <a:solidFill>
                  <a:srgbClr val="A8B3C7"/>
                </a:solidFill>
              </a:defRPr>
            </a:lvl5pPr>
            <a:lvl6pPr algn="l">
              <a:defRPr sz="1125" b="0">
                <a:solidFill>
                  <a:srgbClr val="A8B3C7"/>
                </a:solidFill>
              </a:defRPr>
            </a:lvl6pPr>
            <a:lvl7pPr algn="l">
              <a:defRPr sz="1125" b="0">
                <a:solidFill>
                  <a:srgbClr val="A8B3C7"/>
                </a:solidFill>
              </a:defRPr>
            </a:lvl7pPr>
            <a:lvl8pPr algn="l">
              <a:defRPr sz="1125" b="0">
                <a:solidFill>
                  <a:srgbClr val="A8B3C7"/>
                </a:solidFill>
              </a:defRPr>
            </a:lvl8pPr>
            <a:lvl9pPr algn="l">
              <a:defRPr sz="1125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</a:rPr>
              <a:t>Clean, normalize, validate</a:t>
            </a:r>
          </a:p>
        </p:txBody>
      </p:sp>
      <p:sp>
        <p:nvSpPr>
          <p:cNvPr id="19" name="step-03">
            <a:extLst xmlns:a="http://schemas.openxmlformats.org/drawingml/2006/main">
              <a:ext uri="{FF2B5EF4-FFF2-40B4-BE49-F238E27FC236}">
                <a16:creationId xmlns:a16="http://schemas.microsoft.com/office/drawing/2014/main" id="{CF328598-2531-4157-A8EA-AFD2CD25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57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03</a:t>
            </a:r>
          </a:p>
        </p:txBody>
      </p:sp>
      <p:sp>
        <p:nvSpPr>
          <p:cNvPr id="20" name="step-label-03">
            <a:extLst xmlns:a="http://schemas.openxmlformats.org/drawingml/2006/main">
              <a:ext uri="{FF2B5EF4-FFF2-40B4-BE49-F238E27FC236}">
                <a16:creationId xmlns:a16="http://schemas.microsoft.com/office/drawing/2014/main" id="{1BBC6A76-9D36-4EFF-B40C-EAABD701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</a:defRPr>
            </a:defPPr>
            <a:lvl1pPr algn="l">
              <a:defRPr sz="1350" b="1">
                <a:solidFill>
                  <a:srgbClr val="F8FAFC"/>
                </a:solidFill>
              </a:defRPr>
            </a:lvl1pPr>
            <a:lvl2pPr algn="l">
              <a:defRPr sz="1350" b="1">
                <a:solidFill>
                  <a:srgbClr val="F8FAFC"/>
                </a:solidFill>
              </a:defRPr>
            </a:lvl2pPr>
            <a:lvl3pPr algn="l">
              <a:defRPr sz="1350" b="1">
                <a:solidFill>
                  <a:srgbClr val="F8FAFC"/>
                </a:solidFill>
              </a:defRPr>
            </a:lvl3pPr>
            <a:lvl4pPr algn="l">
              <a:defRPr sz="1350" b="1">
                <a:solidFill>
                  <a:srgbClr val="F8FAFC"/>
                </a:solidFill>
              </a:defRPr>
            </a:lvl4pPr>
            <a:lvl5pPr algn="l">
              <a:defRPr sz="1350" b="1">
                <a:solidFill>
                  <a:srgbClr val="F8FAFC"/>
                </a:solidFill>
              </a:defRPr>
            </a:lvl5pPr>
            <a:lvl6pPr algn="l">
              <a:defRPr sz="1350" b="1">
                <a:solidFill>
                  <a:srgbClr val="F8FAFC"/>
                </a:solidFill>
              </a:defRPr>
            </a:lvl6pPr>
            <a:lvl7pPr algn="l">
              <a:defRPr sz="1350" b="1">
                <a:solidFill>
                  <a:srgbClr val="F8FAFC"/>
                </a:solidFill>
              </a:defRPr>
            </a:lvl7pPr>
            <a:lvl8pPr algn="l">
              <a:defRPr sz="1350" b="1">
                <a:solidFill>
                  <a:srgbClr val="F8FAFC"/>
                </a:solidFill>
              </a:defRPr>
            </a:lvl8pPr>
            <a:lvl9pPr algn="l">
              <a:defRPr sz="13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AI</a:t>
            </a:r>
          </a:p>
        </p:txBody>
      </p:sp>
      <p:sp>
        <p:nvSpPr>
          <p:cNvPr id="21" name="step-detail-03">
            <a:extLst xmlns:a="http://schemas.openxmlformats.org/drawingml/2006/main">
              <a:ext uri="{FF2B5EF4-FFF2-40B4-BE49-F238E27FC236}">
                <a16:creationId xmlns:a16="http://schemas.microsoft.com/office/drawing/2014/main" id="{F788848B-CBEB-4324-8A4F-0EE96475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576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A8B3C7"/>
                </a:solidFill>
              </a:defRPr>
            </a:defPPr>
            <a:lvl1pPr algn="l">
              <a:defRPr sz="1125" b="0">
                <a:solidFill>
                  <a:srgbClr val="A8B3C7"/>
                </a:solidFill>
              </a:defRPr>
            </a:lvl1pPr>
            <a:lvl2pPr algn="l">
              <a:defRPr sz="1125" b="0">
                <a:solidFill>
                  <a:srgbClr val="A8B3C7"/>
                </a:solidFill>
              </a:defRPr>
            </a:lvl2pPr>
            <a:lvl3pPr algn="l">
              <a:defRPr sz="1125" b="0">
                <a:solidFill>
                  <a:srgbClr val="A8B3C7"/>
                </a:solidFill>
              </a:defRPr>
            </a:lvl3pPr>
            <a:lvl4pPr algn="l">
              <a:defRPr sz="1125" b="0">
                <a:solidFill>
                  <a:srgbClr val="A8B3C7"/>
                </a:solidFill>
              </a:defRPr>
            </a:lvl4pPr>
            <a:lvl5pPr algn="l">
              <a:defRPr sz="1125" b="0">
                <a:solidFill>
                  <a:srgbClr val="A8B3C7"/>
                </a:solidFill>
              </a:defRPr>
            </a:lvl5pPr>
            <a:lvl6pPr algn="l">
              <a:defRPr sz="1125" b="0">
                <a:solidFill>
                  <a:srgbClr val="A8B3C7"/>
                </a:solidFill>
              </a:defRPr>
            </a:lvl6pPr>
            <a:lvl7pPr algn="l">
              <a:defRPr sz="1125" b="0">
                <a:solidFill>
                  <a:srgbClr val="A8B3C7"/>
                </a:solidFill>
              </a:defRPr>
            </a:lvl7pPr>
            <a:lvl8pPr algn="l">
              <a:defRPr sz="1125" b="0">
                <a:solidFill>
                  <a:srgbClr val="A8B3C7"/>
                </a:solidFill>
              </a:defRPr>
            </a:lvl8pPr>
            <a:lvl9pPr algn="l">
              <a:defRPr sz="1125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</a:rPr>
              <a:t>Cluster, summarize, score</a:t>
            </a:r>
          </a:p>
        </p:txBody>
      </p:sp>
      <p:sp>
        <p:nvSpPr>
          <p:cNvPr id="22" name="step-04">
            <a:extLst xmlns:a="http://schemas.openxmlformats.org/drawingml/2006/main">
              <a:ext uri="{FF2B5EF4-FFF2-40B4-BE49-F238E27FC236}">
                <a16:creationId xmlns:a16="http://schemas.microsoft.com/office/drawing/2014/main" id="{576861B7-B155-494C-8E81-1E0566AE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95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04</a:t>
            </a:r>
          </a:p>
        </p:txBody>
      </p:sp>
      <p:sp>
        <p:nvSpPr>
          <p:cNvPr id="23" name="step-label-04">
            <a:extLst xmlns:a="http://schemas.openxmlformats.org/drawingml/2006/main">
              <a:ext uri="{FF2B5EF4-FFF2-40B4-BE49-F238E27FC236}">
                <a16:creationId xmlns:a16="http://schemas.microsoft.com/office/drawing/2014/main" id="{53F8F058-1DCF-4495-B387-57CF3E38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F8FAFC"/>
                </a:solidFill>
              </a:defRPr>
            </a:defPPr>
            <a:lvl1pPr algn="l">
              <a:defRPr sz="1350" b="1">
                <a:solidFill>
                  <a:srgbClr val="F8FAFC"/>
                </a:solidFill>
              </a:defRPr>
            </a:lvl1pPr>
            <a:lvl2pPr algn="l">
              <a:defRPr sz="1350" b="1">
                <a:solidFill>
                  <a:srgbClr val="F8FAFC"/>
                </a:solidFill>
              </a:defRPr>
            </a:lvl2pPr>
            <a:lvl3pPr algn="l">
              <a:defRPr sz="1350" b="1">
                <a:solidFill>
                  <a:srgbClr val="F8FAFC"/>
                </a:solidFill>
              </a:defRPr>
            </a:lvl3pPr>
            <a:lvl4pPr algn="l">
              <a:defRPr sz="1350" b="1">
                <a:solidFill>
                  <a:srgbClr val="F8FAFC"/>
                </a:solidFill>
              </a:defRPr>
            </a:lvl4pPr>
            <a:lvl5pPr algn="l">
              <a:defRPr sz="1350" b="1">
                <a:solidFill>
                  <a:srgbClr val="F8FAFC"/>
                </a:solidFill>
              </a:defRPr>
            </a:lvl5pPr>
            <a:lvl6pPr algn="l">
              <a:defRPr sz="1350" b="1">
                <a:solidFill>
                  <a:srgbClr val="F8FAFC"/>
                </a:solidFill>
              </a:defRPr>
            </a:lvl6pPr>
            <a:lvl7pPr algn="l">
              <a:defRPr sz="1350" b="1">
                <a:solidFill>
                  <a:srgbClr val="F8FAFC"/>
                </a:solidFill>
              </a:defRPr>
            </a:lvl7pPr>
            <a:lvl8pPr algn="l">
              <a:defRPr sz="1350" b="1">
                <a:solidFill>
                  <a:srgbClr val="F8FAFC"/>
                </a:solidFill>
              </a:defRPr>
            </a:lvl8pPr>
            <a:lvl9pPr algn="l">
              <a:defRPr sz="13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Dashboard</a:t>
            </a:r>
          </a:p>
        </p:txBody>
      </p:sp>
      <p:sp>
        <p:nvSpPr>
          <p:cNvPr id="24" name="step-detail-04">
            <a:extLst xmlns:a="http://schemas.openxmlformats.org/drawingml/2006/main">
              <a:ext uri="{FF2B5EF4-FFF2-40B4-BE49-F238E27FC236}">
                <a16:creationId xmlns:a16="http://schemas.microsoft.com/office/drawing/2014/main" id="{ECC9AA77-CAB8-4D18-B1E0-FF3FDA2D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9580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0">
                <a:solidFill>
                  <a:srgbClr val="A8B3C7"/>
                </a:solidFill>
              </a:defRPr>
            </a:defPPr>
            <a:lvl1pPr algn="l">
              <a:defRPr sz="1125" b="0">
                <a:solidFill>
                  <a:srgbClr val="A8B3C7"/>
                </a:solidFill>
              </a:defRPr>
            </a:lvl1pPr>
            <a:lvl2pPr algn="l">
              <a:defRPr sz="1125" b="0">
                <a:solidFill>
                  <a:srgbClr val="A8B3C7"/>
                </a:solidFill>
              </a:defRPr>
            </a:lvl2pPr>
            <a:lvl3pPr algn="l">
              <a:defRPr sz="1125" b="0">
                <a:solidFill>
                  <a:srgbClr val="A8B3C7"/>
                </a:solidFill>
              </a:defRPr>
            </a:lvl3pPr>
            <a:lvl4pPr algn="l">
              <a:defRPr sz="1125" b="0">
                <a:solidFill>
                  <a:srgbClr val="A8B3C7"/>
                </a:solidFill>
              </a:defRPr>
            </a:lvl4pPr>
            <a:lvl5pPr algn="l">
              <a:defRPr sz="1125" b="0">
                <a:solidFill>
                  <a:srgbClr val="A8B3C7"/>
                </a:solidFill>
              </a:defRPr>
            </a:lvl5pPr>
            <a:lvl6pPr algn="l">
              <a:defRPr sz="1125" b="0">
                <a:solidFill>
                  <a:srgbClr val="A8B3C7"/>
                </a:solidFill>
              </a:defRPr>
            </a:lvl6pPr>
            <a:lvl7pPr algn="l">
              <a:defRPr sz="1125" b="0">
                <a:solidFill>
                  <a:srgbClr val="A8B3C7"/>
                </a:solidFill>
              </a:defRPr>
            </a:lvl7pPr>
            <a:lvl8pPr algn="l">
              <a:defRPr sz="1125" b="0">
                <a:solidFill>
                  <a:srgbClr val="A8B3C7"/>
                </a:solidFill>
              </a:defRPr>
            </a:lvl8pPr>
            <a:lvl9pPr algn="l">
              <a:defRPr sz="1125" b="0">
                <a:solidFill>
                  <a:srgbClr val="A8B3C7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8B3C7"/>
                </a:solidFill>
              </a:defRPr>
            </a:pPr>
            <a:r>
              <a:rPr sz="1125" b="0">
                <a:solidFill>
                  <a:srgbClr val="A8B3C7"/>
                </a:solidFill>
              </a:rPr>
              <a:t>Ranked themes for review</a:t>
            </a:r>
          </a:p>
        </p:txBody>
      </p:sp>
      <p:sp>
        <p:nvSpPr>
          <p:cNvPr id="25" name="evidence">
            <a:extLst xmlns:a="http://schemas.openxmlformats.org/drawingml/2006/main">
              <a:ext uri="{FF2B5EF4-FFF2-40B4-BE49-F238E27FC236}">
                <a16:creationId xmlns:a16="http://schemas.microsoft.com/office/drawing/2014/main" id="{51D4B30B-302A-4F27-90C1-E2EC11A8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81575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DDE5F0"/>
                </a:solidFill>
              </a:defRPr>
            </a:defPPr>
            <a:lvl1pPr algn="l">
              <a:defRPr sz="1050" b="0">
                <a:solidFill>
                  <a:srgbClr val="DDE5F0"/>
                </a:solidFill>
              </a:defRPr>
            </a:lvl1pPr>
            <a:lvl2pPr algn="l">
              <a:defRPr sz="1050" b="0">
                <a:solidFill>
                  <a:srgbClr val="DDE5F0"/>
                </a:solidFill>
              </a:defRPr>
            </a:lvl2pPr>
            <a:lvl3pPr algn="l">
              <a:defRPr sz="1050" b="0">
                <a:solidFill>
                  <a:srgbClr val="DDE5F0"/>
                </a:solidFill>
              </a:defRPr>
            </a:lvl3pPr>
            <a:lvl4pPr algn="l">
              <a:defRPr sz="1050" b="0">
                <a:solidFill>
                  <a:srgbClr val="DDE5F0"/>
                </a:solidFill>
              </a:defRPr>
            </a:lvl4pPr>
            <a:lvl5pPr algn="l">
              <a:defRPr sz="1050" b="0">
                <a:solidFill>
                  <a:srgbClr val="DDE5F0"/>
                </a:solidFill>
              </a:defRPr>
            </a:lvl5pPr>
            <a:lvl6pPr algn="l">
              <a:defRPr sz="1050" b="0">
                <a:solidFill>
                  <a:srgbClr val="DDE5F0"/>
                </a:solidFill>
              </a:defRPr>
            </a:lvl6pPr>
            <a:lvl7pPr algn="l">
              <a:defRPr sz="1050" b="0">
                <a:solidFill>
                  <a:srgbClr val="DDE5F0"/>
                </a:solidFill>
              </a:defRPr>
            </a:lvl7pPr>
            <a:lvl8pPr algn="l">
              <a:defRPr sz="1050" b="0">
                <a:solidFill>
                  <a:srgbClr val="DDE5F0"/>
                </a:solidFill>
              </a:defRPr>
            </a:lvl8pPr>
            <a:lvl9pPr algn="l">
              <a:defRPr sz="1050" b="0">
                <a:solidFill>
                  <a:srgbClr val="DDE5F0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DDE5F0"/>
                </a:solidFill>
              </a:defRPr>
            </a:pPr>
            <a:r>
              <a:rPr sz="1050" b="0">
                <a:solidFill>
                  <a:srgbClr val="DDE5F0"/>
                </a:solidFill>
              </a:rPr>
              <a:t>Evidence: every feedback ID must appear exactly once. Invalid service responses are rejected, and raw submissions survive downstream failures.</a:t>
            </a:r>
          </a:p>
        </p:txBody>
      </p:sp>
      <p:sp>
        <p:nvSpPr>
          <p:cNvPr id="26" name="who-label">
            <a:extLst xmlns:a="http://schemas.openxmlformats.org/drawingml/2006/main">
              <a:ext uri="{FF2B5EF4-FFF2-40B4-BE49-F238E27FC236}">
                <a16:creationId xmlns:a16="http://schemas.microsoft.com/office/drawing/2014/main" id="{2B0BC7F6-4C5F-4F9C-8B72-893047F5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526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WHO</a:t>
            </a:r>
          </a:p>
        </p:txBody>
      </p:sp>
      <p:sp>
        <p:nvSpPr>
          <p:cNvPr id="27" name="who-copy">
            <a:extLst xmlns:a="http://schemas.openxmlformats.org/drawingml/2006/main">
              <a:ext uri="{FF2B5EF4-FFF2-40B4-BE49-F238E27FC236}">
                <a16:creationId xmlns:a16="http://schemas.microsoft.com/office/drawing/2014/main" id="{F08EFFDE-48C7-428B-80BC-F9E898F3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2885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F8FAFC"/>
                </a:solidFill>
              </a:defRPr>
            </a:defPPr>
            <a:lvl1pPr algn="l">
              <a:defRPr sz="1725" b="1">
                <a:solidFill>
                  <a:srgbClr val="F8FAFC"/>
                </a:solidFill>
              </a:defRPr>
            </a:lvl1pPr>
            <a:lvl2pPr algn="l">
              <a:defRPr sz="1725" b="1">
                <a:solidFill>
                  <a:srgbClr val="F8FAFC"/>
                </a:solidFill>
              </a:defRPr>
            </a:lvl2pPr>
            <a:lvl3pPr algn="l">
              <a:defRPr sz="1725" b="1">
                <a:solidFill>
                  <a:srgbClr val="F8FAFC"/>
                </a:solidFill>
              </a:defRPr>
            </a:lvl3pPr>
            <a:lvl4pPr algn="l">
              <a:defRPr sz="1725" b="1">
                <a:solidFill>
                  <a:srgbClr val="F8FAFC"/>
                </a:solidFill>
              </a:defRPr>
            </a:lvl4pPr>
            <a:lvl5pPr algn="l">
              <a:defRPr sz="1725" b="1">
                <a:solidFill>
                  <a:srgbClr val="F8FAFC"/>
                </a:solidFill>
              </a:defRPr>
            </a:lvl5pPr>
            <a:lvl6pPr algn="l">
              <a:defRPr sz="1725" b="1">
                <a:solidFill>
                  <a:srgbClr val="F8FAFC"/>
                </a:solidFill>
              </a:defRPr>
            </a:lvl6pPr>
            <a:lvl7pPr algn="l">
              <a:defRPr sz="1725" b="1">
                <a:solidFill>
                  <a:srgbClr val="F8FAFC"/>
                </a:solidFill>
              </a:defRPr>
            </a:lvl7pPr>
            <a:lvl8pPr algn="l">
              <a:defRPr sz="1725" b="1">
                <a:solidFill>
                  <a:srgbClr val="F8FAFC"/>
                </a:solidFill>
              </a:defRPr>
            </a:lvl8pPr>
            <a:lvl9pPr algn="l">
              <a:defRPr sz="1725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Founder-led SaaS teams drowning in scattered customer feedback</a:t>
            </a:r>
          </a:p>
        </p:txBody>
      </p:sp>
      <p:sp>
        <p:nvSpPr>
          <p:cNvPr id="28" name="why-label">
            <a:extLst xmlns:a="http://schemas.openxmlformats.org/drawingml/2006/main">
              <a:ext uri="{FF2B5EF4-FFF2-40B4-BE49-F238E27FC236}">
                <a16:creationId xmlns:a16="http://schemas.microsoft.com/office/drawing/2014/main" id="{A048EDC8-5D1F-40AF-8162-BF21422B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099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WHY NOW</a:t>
            </a:r>
          </a:p>
        </p:txBody>
      </p:sp>
      <p:sp>
        <p:nvSpPr>
          <p:cNvPr id="29" name="why-copy">
            <a:extLst xmlns:a="http://schemas.openxmlformats.org/drawingml/2006/main">
              <a:ext uri="{FF2B5EF4-FFF2-40B4-BE49-F238E27FC236}">
                <a16:creationId xmlns:a16="http://schemas.microsoft.com/office/drawing/2014/main" id="{33C7154B-92BD-4E19-987F-097BE699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8615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CBD5E1"/>
                </a:solidFill>
              </a:defRPr>
            </a:defPPr>
            <a:lvl1pPr algn="l">
              <a:defRPr sz="1350" b="0">
                <a:solidFill>
                  <a:srgbClr val="CBD5E1"/>
                </a:solidFill>
              </a:defRPr>
            </a:lvl1pPr>
            <a:lvl2pPr algn="l">
              <a:defRPr sz="1350" b="0">
                <a:solidFill>
                  <a:srgbClr val="CBD5E1"/>
                </a:solidFill>
              </a:defRPr>
            </a:lvl2pPr>
            <a:lvl3pPr algn="l">
              <a:defRPr sz="1350" b="0">
                <a:solidFill>
                  <a:srgbClr val="CBD5E1"/>
                </a:solidFill>
              </a:defRPr>
            </a:lvl3pPr>
            <a:lvl4pPr algn="l">
              <a:defRPr sz="1350" b="0">
                <a:solidFill>
                  <a:srgbClr val="CBD5E1"/>
                </a:solidFill>
              </a:defRPr>
            </a:lvl4pPr>
            <a:lvl5pPr algn="l">
              <a:defRPr sz="1350" b="0">
                <a:solidFill>
                  <a:srgbClr val="CBD5E1"/>
                </a:solidFill>
              </a:defRPr>
            </a:lvl5pPr>
            <a:lvl6pPr algn="l">
              <a:defRPr sz="1350" b="0">
                <a:solidFill>
                  <a:srgbClr val="CBD5E1"/>
                </a:solidFill>
              </a:defRPr>
            </a:lvl6pPr>
            <a:lvl7pPr algn="l">
              <a:defRPr sz="1350" b="0">
                <a:solidFill>
                  <a:srgbClr val="CBD5E1"/>
                </a:solidFill>
              </a:defRPr>
            </a:lvl7pPr>
            <a:lvl8pPr algn="l">
              <a:defRPr sz="1350" b="0">
                <a:solidFill>
                  <a:srgbClr val="CBD5E1"/>
                </a:solidFill>
              </a:defRPr>
            </a:lvl8pPr>
            <a:lvl9pPr algn="l">
              <a:defRPr sz="135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AI makes analysis affordable. Structured data and explainable scoring make the output usable.</a:t>
            </a:r>
          </a:p>
        </p:txBody>
      </p:sp>
      <p:sp>
        <p:nvSpPr>
          <p:cNvPr id="30" name="gtm-label">
            <a:extLst xmlns:a="http://schemas.openxmlformats.org/drawingml/2006/main">
              <a:ext uri="{FF2B5EF4-FFF2-40B4-BE49-F238E27FC236}">
                <a16:creationId xmlns:a16="http://schemas.microsoft.com/office/drawing/2014/main" id="{ED8A80C6-7548-4260-BB2B-FB223BE0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672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FB923C"/>
                </a:solidFill>
              </a:defRPr>
            </a:defPPr>
            <a:lvl1pPr algn="l">
              <a:defRPr sz="1050" b="1">
                <a:solidFill>
                  <a:srgbClr val="FB923C"/>
                </a:solidFill>
              </a:defRPr>
            </a:lvl1pPr>
            <a:lvl2pPr algn="l">
              <a:defRPr sz="1050" b="1">
                <a:solidFill>
                  <a:srgbClr val="FB923C"/>
                </a:solidFill>
              </a:defRPr>
            </a:lvl2pPr>
            <a:lvl3pPr algn="l">
              <a:defRPr sz="1050" b="1">
                <a:solidFill>
                  <a:srgbClr val="FB923C"/>
                </a:solidFill>
              </a:defRPr>
            </a:lvl3pPr>
            <a:lvl4pPr algn="l">
              <a:defRPr sz="1050" b="1">
                <a:solidFill>
                  <a:srgbClr val="FB923C"/>
                </a:solidFill>
              </a:defRPr>
            </a:lvl4pPr>
            <a:lvl5pPr algn="l">
              <a:defRPr sz="1050" b="1">
                <a:solidFill>
                  <a:srgbClr val="FB923C"/>
                </a:solidFill>
              </a:defRPr>
            </a:lvl5pPr>
            <a:lvl6pPr algn="l">
              <a:defRPr sz="1050" b="1">
                <a:solidFill>
                  <a:srgbClr val="FB923C"/>
                </a:solidFill>
              </a:defRPr>
            </a:lvl6pPr>
            <a:lvl7pPr algn="l">
              <a:defRPr sz="1050" b="1">
                <a:solidFill>
                  <a:srgbClr val="FB923C"/>
                </a:solidFill>
              </a:defRPr>
            </a:lvl7pPr>
            <a:lvl8pPr algn="l">
              <a:defRPr sz="1050" b="1">
                <a:solidFill>
                  <a:srgbClr val="FB923C"/>
                </a:solidFill>
              </a:defRPr>
            </a:lvl8pPr>
            <a:lvl9pPr algn="l">
              <a:defRPr sz="1050" b="1">
                <a:solidFill>
                  <a:srgbClr val="FB923C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B923C"/>
                </a:solidFill>
              </a:defRPr>
            </a:pPr>
            <a:r>
              <a:rPr sz="1050" b="1">
                <a:solidFill>
                  <a:srgbClr val="FB923C"/>
                </a:solidFill>
              </a:rPr>
              <a:t>FIRST USERS</a:t>
            </a:r>
          </a:p>
        </p:txBody>
      </p:sp>
      <p:sp>
        <p:nvSpPr>
          <p:cNvPr id="31" name="gtm-copy">
            <a:extLst xmlns:a="http://schemas.openxmlformats.org/drawingml/2006/main">
              <a:ext uri="{FF2B5EF4-FFF2-40B4-BE49-F238E27FC236}">
                <a16:creationId xmlns:a16="http://schemas.microsoft.com/office/drawing/2014/main" id="{49B5B062-E110-4DF3-8162-A99BB3BC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434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CBD5E1"/>
                </a:solidFill>
              </a:defRPr>
            </a:defPPr>
            <a:lvl1pPr algn="l">
              <a:defRPr sz="1350" b="0">
                <a:solidFill>
                  <a:srgbClr val="CBD5E1"/>
                </a:solidFill>
              </a:defRPr>
            </a:lvl1pPr>
            <a:lvl2pPr algn="l">
              <a:defRPr sz="1350" b="0">
                <a:solidFill>
                  <a:srgbClr val="CBD5E1"/>
                </a:solidFill>
              </a:defRPr>
            </a:lvl2pPr>
            <a:lvl3pPr algn="l">
              <a:defRPr sz="1350" b="0">
                <a:solidFill>
                  <a:srgbClr val="CBD5E1"/>
                </a:solidFill>
              </a:defRPr>
            </a:lvl3pPr>
            <a:lvl4pPr algn="l">
              <a:defRPr sz="1350" b="0">
                <a:solidFill>
                  <a:srgbClr val="CBD5E1"/>
                </a:solidFill>
              </a:defRPr>
            </a:lvl4pPr>
            <a:lvl5pPr algn="l">
              <a:defRPr sz="1350" b="0">
                <a:solidFill>
                  <a:srgbClr val="CBD5E1"/>
                </a:solidFill>
              </a:defRPr>
            </a:lvl5pPr>
            <a:lvl6pPr algn="l">
              <a:defRPr sz="1350" b="0">
                <a:solidFill>
                  <a:srgbClr val="CBD5E1"/>
                </a:solidFill>
              </a:defRPr>
            </a:lvl6pPr>
            <a:lvl7pPr algn="l">
              <a:defRPr sz="1350" b="0">
                <a:solidFill>
                  <a:srgbClr val="CBD5E1"/>
                </a:solidFill>
              </a:defRPr>
            </a:lvl7pPr>
            <a:lvl8pPr algn="l">
              <a:defRPr sz="1350" b="0">
                <a:solidFill>
                  <a:srgbClr val="CBD5E1"/>
                </a:solidFill>
              </a:defRPr>
            </a:lvl8pPr>
            <a:lvl9pPr algn="l">
              <a:defRPr sz="1350" b="0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Recruit 5 SaaS founders through accelerators and founder communities. Import their latest feedback, then run weekly review sessions.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7567A6-83F2-4765-AB64-821F0D7F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63853"/>
          </a:solidFill>
          <a:ln xmlns:a="http://schemas.openxmlformats.org/drawingml/2006/main" w="9525">
            <a:solidFill>
              <a:srgbClr val="263853"/>
            </a:solidFill>
            <a:prstDash val="solid"/>
          </a:ln>
        </p:spPr>
      </p:sp>
      <p:sp>
        <p:nvSpPr>
          <p:cNvPr id="33" name="pitch-line">
            <a:extLst xmlns:a="http://schemas.openxmlformats.org/drawingml/2006/main">
              <a:ext uri="{FF2B5EF4-FFF2-40B4-BE49-F238E27FC236}">
                <a16:creationId xmlns:a16="http://schemas.microsoft.com/office/drawing/2014/main" id="{6F12F55A-5F79-4AD7-BA7B-ACDD3DBF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8FAFC"/>
                </a:solidFill>
              </a:defRPr>
            </a:defPPr>
            <a:lvl1pPr algn="l">
              <a:defRPr sz="1650" b="1">
                <a:solidFill>
                  <a:srgbClr val="F8FAFC"/>
                </a:solidFill>
              </a:defRPr>
            </a:lvl1pPr>
            <a:lvl2pPr algn="l">
              <a:defRPr sz="1650" b="1">
                <a:solidFill>
                  <a:srgbClr val="F8FAFC"/>
                </a:solidFill>
              </a:defRPr>
            </a:lvl2pPr>
            <a:lvl3pPr algn="l">
              <a:defRPr sz="1650" b="1">
                <a:solidFill>
                  <a:srgbClr val="F8FAFC"/>
                </a:solidFill>
              </a:defRPr>
            </a:lvl3pPr>
            <a:lvl4pPr algn="l">
              <a:defRPr sz="1650" b="1">
                <a:solidFill>
                  <a:srgbClr val="F8FAFC"/>
                </a:solidFill>
              </a:defRPr>
            </a:lvl4pPr>
            <a:lvl5pPr algn="l">
              <a:defRPr sz="1650" b="1">
                <a:solidFill>
                  <a:srgbClr val="F8FAFC"/>
                </a:solidFill>
              </a:defRPr>
            </a:lvl5pPr>
            <a:lvl6pPr algn="l">
              <a:defRPr sz="1650" b="1">
                <a:solidFill>
                  <a:srgbClr val="F8FAFC"/>
                </a:solidFill>
              </a:defRPr>
            </a:lvl6pPr>
            <a:lvl7pPr algn="l">
              <a:defRPr sz="1650" b="1">
                <a:solidFill>
                  <a:srgbClr val="F8FAFC"/>
                </a:solidFill>
              </a:defRPr>
            </a:lvl7pPr>
            <a:lvl8pPr algn="l">
              <a:defRPr sz="1650" b="1">
                <a:solidFill>
                  <a:srgbClr val="F8FAFC"/>
                </a:solidFill>
              </a:defRPr>
            </a:lvl8pPr>
            <a:lvl9pPr algn="l">
              <a:defRPr sz="1650" b="1">
                <a:solidFill>
                  <a:srgbClr val="F8FAFC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Foxhound turns raw customer feedback into clear, prioritized insights founders can act on.</a:t>
            </a:r>
          </a:p>
        </p:txBody>
      </p:sp>
      <p:sp>
        <p:nvSpPr>
          <p:cNvPr id="34" name="disclosure">
            <a:extLst xmlns:a="http://schemas.openxmlformats.org/drawingml/2006/main">
              <a:ext uri="{FF2B5EF4-FFF2-40B4-BE49-F238E27FC236}">
                <a16:creationId xmlns:a16="http://schemas.microsoft.com/office/drawing/2014/main" id="{5BB2509B-5049-4375-B63C-4CBD937A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15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718096"/>
                </a:solidFill>
              </a:defRPr>
            </a:defPPr>
            <a:lvl1pPr algn="r">
              <a:defRPr sz="900" b="0">
                <a:solidFill>
                  <a:srgbClr val="718096"/>
                </a:solidFill>
              </a:defRPr>
            </a:lvl1pPr>
            <a:lvl2pPr algn="r">
              <a:defRPr sz="900" b="0">
                <a:solidFill>
                  <a:srgbClr val="718096"/>
                </a:solidFill>
              </a:defRPr>
            </a:lvl2pPr>
            <a:lvl3pPr algn="r">
              <a:defRPr sz="900" b="0">
                <a:solidFill>
                  <a:srgbClr val="718096"/>
                </a:solidFill>
              </a:defRPr>
            </a:lvl3pPr>
            <a:lvl4pPr algn="r">
              <a:defRPr sz="900" b="0">
                <a:solidFill>
                  <a:srgbClr val="718096"/>
                </a:solidFill>
              </a:defRPr>
            </a:lvl4pPr>
            <a:lvl5pPr algn="r">
              <a:defRPr sz="900" b="0">
                <a:solidFill>
                  <a:srgbClr val="718096"/>
                </a:solidFill>
              </a:defRPr>
            </a:lvl5pPr>
            <a:lvl6pPr algn="r">
              <a:defRPr sz="900" b="0">
                <a:solidFill>
                  <a:srgbClr val="718096"/>
                </a:solidFill>
              </a:defRPr>
            </a:lvl6pPr>
            <a:lvl7pPr algn="r">
              <a:defRPr sz="900" b="0">
                <a:solidFill>
                  <a:srgbClr val="718096"/>
                </a:solidFill>
              </a:defRPr>
            </a:lvl7pPr>
            <a:lvl8pPr algn="r">
              <a:defRPr sz="900" b="0">
                <a:solidFill>
                  <a:srgbClr val="718096"/>
                </a:solidFill>
              </a:defRPr>
            </a:lvl8pPr>
            <a:lvl9pPr algn="r">
              <a:defRPr sz="900" b="0">
                <a:solidFill>
                  <a:srgbClr val="718096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718096"/>
                </a:solidFill>
              </a:defRPr>
            </a:pPr>
            <a:r>
              <a:rPr sz="900" b="0">
                <a:solidFill>
                  <a:srgbClr val="718096"/>
                </a:solidFill>
              </a:rPr>
              <a:t>Go-to-market plan is proposed</a:t>
            </a:r>
          </a:p>
        </p:txBody>
      </p:sp>
    </p:spTree>
    <p:extLst>
      <p:ext uri="{BB962C8B-B14F-4D97-AF65-F5344CB8AC3E}">
        <p14:creationId xmlns:p14="http://schemas.microsoft.com/office/powerpoint/2010/main" val="79594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2026-10-22T13:29:07.0610000Z</dcterms:created>
  <dcterms:modified xsi:type="dcterms:W3CDTF">2026-10-22T13:29:07.0610000Z</dcterms:modified>
</coreProperties>
</file>